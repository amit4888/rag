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89CBC-49D9-488A-A743-98EFE119BDD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FE2A4-803F-4FBA-BE42-E32E38F3F38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7" y="358031"/>
            <a:ext cx="7869860" cy="88393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38" y="1595926"/>
            <a:ext cx="7001852" cy="402011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4305300"/>
            <a:ext cx="320040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8577" y="226528"/>
            <a:ext cx="4912535" cy="9384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528"/>
            <a:ext cx="12192000" cy="498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31" y="3807791"/>
            <a:ext cx="8742894" cy="2927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579" y="3161459"/>
            <a:ext cx="7777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2800" b="1">
                <a:solidFill>
                  <a:schemeClr val="bg1"/>
                </a:solidFill>
              </a:rPr>
              <a:t>RAG Architecture</a:t>
            </a:r>
            <a:endParaRPr lang="en-IN" sz="1800" b="1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00" y="1627591"/>
            <a:ext cx="3849956" cy="14280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79" y="246575"/>
            <a:ext cx="9806018" cy="1381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332" y="470672"/>
            <a:ext cx="4610743" cy="6858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4258"/>
            <a:ext cx="12192000" cy="5143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745" y="1362710"/>
            <a:ext cx="5722620" cy="47288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774" y="474057"/>
            <a:ext cx="8337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/>
              <a:t>Transformer Architecture with Self-attention</a:t>
            </a:r>
            <a:endParaRPr lang="en-IN" sz="32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8276" y="352645"/>
            <a:ext cx="4429742" cy="6668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94" y="1287667"/>
            <a:ext cx="9926436" cy="743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275" y="2632324"/>
            <a:ext cx="5334281" cy="40088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60</Words>
  <Application>WPS Presentation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Courier New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amitkumar97171945@outlook.com</dc:creator>
  <cp:lastModifiedBy>Amit Kumar</cp:lastModifiedBy>
  <cp:revision>3</cp:revision>
  <dcterms:created xsi:type="dcterms:W3CDTF">2026-04-17T08:00:00Z</dcterms:created>
  <dcterms:modified xsi:type="dcterms:W3CDTF">2026-04-26T15:29:05Z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7653B001D4014ABDBDCD52B599837728_12</vt:lpwstr>
  </property>
</Properties>
</file>